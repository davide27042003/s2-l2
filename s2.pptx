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288238-553D-4B12-B356-88AD0178E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1032932"/>
          </a:xfrm>
        </p:spPr>
        <p:txBody>
          <a:bodyPr/>
          <a:lstStyle/>
          <a:p>
            <a:r>
              <a:rPr lang="en-US" dirty="0"/>
              <a:t>PRIMO PASSAGGIO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C7372B4-486E-49E6-A52C-84216A5D8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1954857"/>
            <a:ext cx="9372600" cy="407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5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8F785-994F-4FFB-857C-67DA2DC5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7419"/>
            <a:ext cx="9905998" cy="990600"/>
          </a:xfrm>
        </p:spPr>
        <p:txBody>
          <a:bodyPr/>
          <a:lstStyle/>
          <a:p>
            <a:pPr algn="ctr"/>
            <a:r>
              <a:rPr lang="en-US" dirty="0"/>
              <a:t>CREARE UNA DIRECTORY CON UN FILE DI TESTO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5178B00-0524-4158-9B1E-027567D3A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8571" y="3551767"/>
            <a:ext cx="4234028" cy="3124200"/>
          </a:xfr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28F2A12-F290-4081-84A0-D0C051AE4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1" y="1435099"/>
            <a:ext cx="6916738" cy="312420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C2F9345-7B3A-48AB-A307-E2A64398A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937" y="1180786"/>
            <a:ext cx="3091295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9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579B7B-D8D9-4392-98FF-073779EF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86921" y="190500"/>
            <a:ext cx="9905998" cy="17653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PERMESSI </a:t>
            </a:r>
            <a:endParaRPr lang="it-IT" sz="5400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30E3D297-E575-47B8-AF49-1E3F6E94F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257" y="2312127"/>
            <a:ext cx="4610743" cy="2665066"/>
          </a:xfr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217A3E2-6A56-4F77-9BB3-329F6C90AEF0}"/>
              </a:ext>
            </a:extLst>
          </p:cNvPr>
          <p:cNvSpPr txBox="1"/>
          <p:nvPr/>
        </p:nvSpPr>
        <p:spPr>
          <a:xfrm>
            <a:off x="7392838" y="678066"/>
            <a:ext cx="4404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NUOVO USER</a:t>
            </a:r>
            <a:endParaRPr lang="it-IT" sz="44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97395069-F568-4E13-BBC2-E657C8FA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578" y="2225862"/>
            <a:ext cx="3220032" cy="113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96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18FDFE-C76A-446F-9A26-18516A0F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890" y="721744"/>
            <a:ext cx="5604219" cy="1020792"/>
          </a:xfrm>
        </p:spPr>
        <p:txBody>
          <a:bodyPr/>
          <a:lstStyle/>
          <a:p>
            <a:pPr algn="ctr"/>
            <a:r>
              <a:rPr lang="en-US" dirty="0"/>
              <a:t>ERRORE LETTURA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1441D49-83C5-41BF-8ACD-6540EBE6C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7365" y="1997015"/>
            <a:ext cx="3792816" cy="2863969"/>
          </a:xfrm>
        </p:spPr>
      </p:pic>
    </p:spTree>
    <p:extLst>
      <p:ext uri="{BB962C8B-B14F-4D97-AF65-F5344CB8AC3E}">
        <p14:creationId xmlns:p14="http://schemas.microsoft.com/office/powerpoint/2010/main" val="1256937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e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TM03457485[[fn=Rete]]</Template>
  <TotalTime>30</TotalTime>
  <Words>15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Rete</vt:lpstr>
      <vt:lpstr>PRIMO PASSAGGIO</vt:lpstr>
      <vt:lpstr>CREARE UNA DIRECTORY CON UN FILE DI TESTO</vt:lpstr>
      <vt:lpstr>PERMESSI </vt:lpstr>
      <vt:lpstr>ERRORE LETTURA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PRIMO PASSAGGIO</dc:title>
  <dc:creator>user</dc:creator>
  <cp:lastModifiedBy>user</cp:lastModifiedBy>
  <cp:revision>3</cp:revision>
  <dcterms:created xsi:type="dcterms:W3CDTF">2023-11-28T14:54:58Z</dcterms:created>
  <dcterms:modified xsi:type="dcterms:W3CDTF">2023-11-28T15:25:18Z</dcterms:modified>
</cp:coreProperties>
</file>